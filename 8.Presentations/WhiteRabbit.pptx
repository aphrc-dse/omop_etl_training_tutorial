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91" r:id="rId2"/>
  </p:sldIdLst>
  <p:sldSz cx="24387175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gVS7s75ls3wxwj3ZMdXi04zab7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232890-BB21-4A39-B750-FB4D8365E7B4}">
  <a:tblStyle styleId="{2C232890-BB21-4A39-B750-FB4D8365E7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F4E8"/>
          </a:solidFill>
        </a:fill>
      </a:tcStyle>
    </a:wholeTbl>
    <a:band1H>
      <a:tcTxStyle b="off" i="off"/>
      <a:tcStyle>
        <a:tcBdr/>
        <a:fill>
          <a:solidFill>
            <a:srgbClr val="D6E9C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6E9C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35" d="100"/>
          <a:sy n="35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51" Type="http://customschemas.google.com/relationships/presentationmetadata" Target="metadata"/><Relationship Id="rId3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2" Type="http://schemas.openxmlformats.org/officeDocument/2006/relationships/slide" Target="slides/slide1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3" Type="http://schemas.openxmlformats.org/officeDocument/2006/relationships/viewProps" Target="viewProps.xml"/><Relationship Id="rId5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7" name="Google Shape;165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V2">
  <p:cSld name="Blank Slide V2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1" cy="137142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6"/>
          <p:cNvSpPr/>
          <p:nvPr/>
        </p:nvSpPr>
        <p:spPr>
          <a:xfrm rot="-5400000">
            <a:off x="5337203" y="-5337203"/>
            <a:ext cx="13712770" cy="24387175"/>
          </a:xfrm>
          <a:prstGeom prst="rect">
            <a:avLst/>
          </a:prstGeom>
          <a:gradFill>
            <a:gsLst>
              <a:gs pos="0">
                <a:srgbClr val="F8FBF4">
                  <a:alpha val="89411"/>
                </a:srgbClr>
              </a:gs>
              <a:gs pos="2000">
                <a:srgbClr val="F8FBF4">
                  <a:alpha val="89411"/>
                </a:srgbClr>
              </a:gs>
              <a:gs pos="30000">
                <a:srgbClr val="FFFFFF">
                  <a:alpha val="96470"/>
                </a:srgbClr>
              </a:gs>
              <a:gs pos="100000">
                <a:srgbClr val="FFFFFF">
                  <a:alpha val="9647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6"/>
          <p:cNvSpPr/>
          <p:nvPr/>
        </p:nvSpPr>
        <p:spPr>
          <a:xfrm rot="10800000" flipH="1">
            <a:off x="0" y="13023053"/>
            <a:ext cx="2438717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6"/>
          <p:cNvSpPr/>
          <p:nvPr/>
        </p:nvSpPr>
        <p:spPr>
          <a:xfrm>
            <a:off x="0" y="0"/>
            <a:ext cx="24387175" cy="12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6"/>
          <p:cNvSpPr txBox="1">
            <a:spLocks noGrp="1"/>
          </p:cNvSpPr>
          <p:nvPr>
            <p:ph type="ftr" idx="11"/>
          </p:nvPr>
        </p:nvSpPr>
        <p:spPr>
          <a:xfrm>
            <a:off x="1214438" y="13020445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/>
          <p:nvPr/>
        </p:nvSpPr>
        <p:spPr>
          <a:xfrm>
            <a:off x="22610618" y="139930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22328736" y="12729576"/>
            <a:ext cx="859728" cy="98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46"/>
          <p:cNvSpPr txBox="1">
            <a:spLocks noGrp="1"/>
          </p:cNvSpPr>
          <p:nvPr>
            <p:ph type="title"/>
          </p:nvPr>
        </p:nvSpPr>
        <p:spPr>
          <a:xfrm>
            <a:off x="1161898" y="759722"/>
            <a:ext cx="22144194" cy="92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6"/>
          <p:cNvSpPr txBox="1">
            <a:spLocks noGrp="1"/>
          </p:cNvSpPr>
          <p:nvPr>
            <p:ph type="body" idx="1"/>
          </p:nvPr>
        </p:nvSpPr>
        <p:spPr>
          <a:xfrm>
            <a:off x="1161898" y="2601185"/>
            <a:ext cx="22026566" cy="9349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1" name="Google Shape;51;p46"/>
          <p:cNvCxnSpPr/>
          <p:nvPr/>
        </p:nvCxnSpPr>
        <p:spPr>
          <a:xfrm rot="10800000">
            <a:off x="1161898" y="1897254"/>
            <a:ext cx="13331678" cy="0"/>
          </a:xfrm>
          <a:prstGeom prst="straightConnector1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2" name="Google Shape;52;p46" descr="A green logo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9516" y="200565"/>
            <a:ext cx="1762203" cy="176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1" cy="137142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2"/>
          <p:cNvSpPr/>
          <p:nvPr/>
        </p:nvSpPr>
        <p:spPr>
          <a:xfrm rot="-5400000">
            <a:off x="5337203" y="-5337203"/>
            <a:ext cx="13712770" cy="24387175"/>
          </a:xfrm>
          <a:prstGeom prst="rect">
            <a:avLst/>
          </a:prstGeom>
          <a:gradFill>
            <a:gsLst>
              <a:gs pos="0">
                <a:srgbClr val="F8FBF4">
                  <a:alpha val="89411"/>
                </a:srgbClr>
              </a:gs>
              <a:gs pos="2000">
                <a:srgbClr val="F8FBF4">
                  <a:alpha val="89411"/>
                </a:srgbClr>
              </a:gs>
              <a:gs pos="30000">
                <a:srgbClr val="FFFFFF">
                  <a:alpha val="96470"/>
                </a:srgbClr>
              </a:gs>
              <a:gs pos="100000">
                <a:srgbClr val="FFFFFF">
                  <a:alpha val="9647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2"/>
          <p:cNvSpPr/>
          <p:nvPr/>
        </p:nvSpPr>
        <p:spPr>
          <a:xfrm rot="10800000" flipH="1">
            <a:off x="0" y="13009948"/>
            <a:ext cx="2438717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2"/>
          <p:cNvSpPr txBox="1">
            <a:spLocks noGrp="1"/>
          </p:cNvSpPr>
          <p:nvPr>
            <p:ph type="sldNum" idx="12"/>
          </p:nvPr>
        </p:nvSpPr>
        <p:spPr>
          <a:xfrm>
            <a:off x="22328736" y="12729576"/>
            <a:ext cx="859728" cy="98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52"/>
          <p:cNvSpPr txBox="1">
            <a:spLocks noGrp="1"/>
          </p:cNvSpPr>
          <p:nvPr>
            <p:ph type="dt" idx="10"/>
          </p:nvPr>
        </p:nvSpPr>
        <p:spPr>
          <a:xfrm>
            <a:off x="19788189" y="13009948"/>
            <a:ext cx="249098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2"/>
          <p:cNvSpPr txBox="1">
            <a:spLocks noGrp="1"/>
          </p:cNvSpPr>
          <p:nvPr>
            <p:ph type="ftr" idx="11"/>
          </p:nvPr>
        </p:nvSpPr>
        <p:spPr>
          <a:xfrm>
            <a:off x="1214438" y="13020445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2"/>
          <p:cNvSpPr txBox="1">
            <a:spLocks noGrp="1"/>
          </p:cNvSpPr>
          <p:nvPr>
            <p:ph type="ctrTitle"/>
          </p:nvPr>
        </p:nvSpPr>
        <p:spPr>
          <a:xfrm>
            <a:off x="3048397" y="2244726"/>
            <a:ext cx="18290381" cy="4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52"/>
          <p:cNvSpPr txBox="1">
            <a:spLocks noGrp="1"/>
          </p:cNvSpPr>
          <p:nvPr>
            <p:ph type="subTitle" idx="1"/>
          </p:nvPr>
        </p:nvSpPr>
        <p:spPr>
          <a:xfrm>
            <a:off x="3048397" y="7204076"/>
            <a:ext cx="18290381" cy="33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08" name="Google Shape;108;p52"/>
          <p:cNvSpPr/>
          <p:nvPr/>
        </p:nvSpPr>
        <p:spPr>
          <a:xfrm>
            <a:off x="0" y="0"/>
            <a:ext cx="24387175" cy="12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52" descr="A green logo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9516" y="200565"/>
            <a:ext cx="1762203" cy="176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1" cy="1371421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3"/>
          <p:cNvSpPr/>
          <p:nvPr/>
        </p:nvSpPr>
        <p:spPr>
          <a:xfrm rot="-5400000">
            <a:off x="5337203" y="-5337203"/>
            <a:ext cx="13712770" cy="24387175"/>
          </a:xfrm>
          <a:prstGeom prst="rect">
            <a:avLst/>
          </a:prstGeom>
          <a:gradFill>
            <a:gsLst>
              <a:gs pos="0">
                <a:srgbClr val="F8FBF4">
                  <a:alpha val="89411"/>
                </a:srgbClr>
              </a:gs>
              <a:gs pos="2000">
                <a:srgbClr val="F8FBF4">
                  <a:alpha val="89411"/>
                </a:srgbClr>
              </a:gs>
              <a:gs pos="30000">
                <a:srgbClr val="FFFFFF">
                  <a:alpha val="96470"/>
                </a:srgbClr>
              </a:gs>
              <a:gs pos="100000">
                <a:srgbClr val="FFFFFF">
                  <a:alpha val="9647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3"/>
          <p:cNvSpPr/>
          <p:nvPr/>
        </p:nvSpPr>
        <p:spPr>
          <a:xfrm rot="10800000" flipH="1">
            <a:off x="0" y="13009948"/>
            <a:ext cx="2438717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3"/>
          <p:cNvSpPr/>
          <p:nvPr/>
        </p:nvSpPr>
        <p:spPr>
          <a:xfrm>
            <a:off x="0" y="0"/>
            <a:ext cx="24387175" cy="12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3"/>
          <p:cNvSpPr txBox="1">
            <a:spLocks noGrp="1"/>
          </p:cNvSpPr>
          <p:nvPr>
            <p:ph type="title"/>
          </p:nvPr>
        </p:nvSpPr>
        <p:spPr>
          <a:xfrm>
            <a:off x="1214438" y="419430"/>
            <a:ext cx="21945600" cy="191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3"/>
          <p:cNvSpPr txBox="1">
            <a:spLocks noGrp="1"/>
          </p:cNvSpPr>
          <p:nvPr>
            <p:ph type="body" idx="1"/>
          </p:nvPr>
        </p:nvSpPr>
        <p:spPr>
          <a:xfrm>
            <a:off x="1214438" y="3182221"/>
            <a:ext cx="21945600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53"/>
          <p:cNvSpPr/>
          <p:nvPr/>
        </p:nvSpPr>
        <p:spPr>
          <a:xfrm>
            <a:off x="760313" y="658153"/>
            <a:ext cx="150497" cy="1444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3"/>
          <p:cNvSpPr txBox="1">
            <a:spLocks noGrp="1"/>
          </p:cNvSpPr>
          <p:nvPr>
            <p:ph type="sldNum" idx="12"/>
          </p:nvPr>
        </p:nvSpPr>
        <p:spPr>
          <a:xfrm>
            <a:off x="22328736" y="12729576"/>
            <a:ext cx="859728" cy="98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53"/>
          <p:cNvSpPr txBox="1">
            <a:spLocks noGrp="1"/>
          </p:cNvSpPr>
          <p:nvPr>
            <p:ph type="dt" idx="10"/>
          </p:nvPr>
        </p:nvSpPr>
        <p:spPr>
          <a:xfrm>
            <a:off x="19788189" y="13009948"/>
            <a:ext cx="249098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53"/>
          <p:cNvSpPr txBox="1">
            <a:spLocks noGrp="1"/>
          </p:cNvSpPr>
          <p:nvPr>
            <p:ph type="ftr" idx="11"/>
          </p:nvPr>
        </p:nvSpPr>
        <p:spPr>
          <a:xfrm>
            <a:off x="1214438" y="13020445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1" name="Google Shape;121;p53" descr="A green logo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1463" y="495730"/>
            <a:ext cx="1762203" cy="176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1" cy="1371421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4"/>
          <p:cNvSpPr/>
          <p:nvPr/>
        </p:nvSpPr>
        <p:spPr>
          <a:xfrm rot="-5400000">
            <a:off x="5337203" y="-5337203"/>
            <a:ext cx="13712770" cy="24387175"/>
          </a:xfrm>
          <a:prstGeom prst="rect">
            <a:avLst/>
          </a:prstGeom>
          <a:gradFill>
            <a:gsLst>
              <a:gs pos="0">
                <a:srgbClr val="F8FBF4">
                  <a:alpha val="89411"/>
                </a:srgbClr>
              </a:gs>
              <a:gs pos="2000">
                <a:srgbClr val="F8FBF4">
                  <a:alpha val="89411"/>
                </a:srgbClr>
              </a:gs>
              <a:gs pos="30000">
                <a:srgbClr val="FFFFFF">
                  <a:alpha val="96470"/>
                </a:srgbClr>
              </a:gs>
              <a:gs pos="100000">
                <a:srgbClr val="FFFFFF">
                  <a:alpha val="9647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4"/>
          <p:cNvSpPr/>
          <p:nvPr/>
        </p:nvSpPr>
        <p:spPr>
          <a:xfrm rot="10800000" flipH="1">
            <a:off x="0" y="13009948"/>
            <a:ext cx="2438717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4"/>
          <p:cNvSpPr/>
          <p:nvPr/>
        </p:nvSpPr>
        <p:spPr>
          <a:xfrm>
            <a:off x="0" y="0"/>
            <a:ext cx="24387175" cy="12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4"/>
          <p:cNvSpPr txBox="1">
            <a:spLocks noGrp="1"/>
          </p:cNvSpPr>
          <p:nvPr>
            <p:ph type="title"/>
          </p:nvPr>
        </p:nvSpPr>
        <p:spPr>
          <a:xfrm>
            <a:off x="1214438" y="3419477"/>
            <a:ext cx="21974026" cy="570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Calibri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54"/>
          <p:cNvSpPr txBox="1">
            <a:spLocks noGrp="1"/>
          </p:cNvSpPr>
          <p:nvPr>
            <p:ph type="body" idx="1"/>
          </p:nvPr>
        </p:nvSpPr>
        <p:spPr>
          <a:xfrm>
            <a:off x="1214438" y="9178927"/>
            <a:ext cx="21974026" cy="300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4000"/>
              <a:buNone/>
              <a:defRPr sz="4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6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200"/>
              <a:buNone/>
              <a:defRPr sz="3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54"/>
          <p:cNvSpPr txBox="1">
            <a:spLocks noGrp="1"/>
          </p:cNvSpPr>
          <p:nvPr>
            <p:ph type="sldNum" idx="12"/>
          </p:nvPr>
        </p:nvSpPr>
        <p:spPr>
          <a:xfrm>
            <a:off x="22328736" y="12729576"/>
            <a:ext cx="859728" cy="98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54"/>
          <p:cNvSpPr txBox="1">
            <a:spLocks noGrp="1"/>
          </p:cNvSpPr>
          <p:nvPr>
            <p:ph type="dt" idx="10"/>
          </p:nvPr>
        </p:nvSpPr>
        <p:spPr>
          <a:xfrm>
            <a:off x="19788189" y="13009948"/>
            <a:ext cx="249098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54"/>
          <p:cNvSpPr txBox="1">
            <a:spLocks noGrp="1"/>
          </p:cNvSpPr>
          <p:nvPr>
            <p:ph type="ftr" idx="11"/>
          </p:nvPr>
        </p:nvSpPr>
        <p:spPr>
          <a:xfrm>
            <a:off x="1214438" y="13020445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2" name="Google Shape;132;p54" descr="A green logo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9516" y="200565"/>
            <a:ext cx="1762203" cy="176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1" cy="1371421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5"/>
          <p:cNvSpPr/>
          <p:nvPr/>
        </p:nvSpPr>
        <p:spPr>
          <a:xfrm rot="-5400000">
            <a:off x="5337203" y="-5337203"/>
            <a:ext cx="13712770" cy="24387175"/>
          </a:xfrm>
          <a:prstGeom prst="rect">
            <a:avLst/>
          </a:prstGeom>
          <a:gradFill>
            <a:gsLst>
              <a:gs pos="0">
                <a:srgbClr val="F8FBF4">
                  <a:alpha val="89411"/>
                </a:srgbClr>
              </a:gs>
              <a:gs pos="2000">
                <a:srgbClr val="F8FBF4">
                  <a:alpha val="89411"/>
                </a:srgbClr>
              </a:gs>
              <a:gs pos="30000">
                <a:srgbClr val="FFFFFF">
                  <a:alpha val="96470"/>
                </a:srgbClr>
              </a:gs>
              <a:gs pos="100000">
                <a:srgbClr val="FFFFFF">
                  <a:alpha val="9647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5"/>
          <p:cNvSpPr/>
          <p:nvPr/>
        </p:nvSpPr>
        <p:spPr>
          <a:xfrm rot="10800000" flipH="1">
            <a:off x="0" y="13009948"/>
            <a:ext cx="2438717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5"/>
          <p:cNvSpPr/>
          <p:nvPr/>
        </p:nvSpPr>
        <p:spPr>
          <a:xfrm>
            <a:off x="0" y="0"/>
            <a:ext cx="24387175" cy="12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5"/>
          <p:cNvSpPr txBox="1">
            <a:spLocks noGrp="1"/>
          </p:cNvSpPr>
          <p:nvPr>
            <p:ph type="title"/>
          </p:nvPr>
        </p:nvSpPr>
        <p:spPr>
          <a:xfrm>
            <a:off x="1214438" y="400050"/>
            <a:ext cx="21499295" cy="197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5"/>
          <p:cNvSpPr txBox="1">
            <a:spLocks noGrp="1"/>
          </p:cNvSpPr>
          <p:nvPr>
            <p:ph type="body" idx="1"/>
          </p:nvPr>
        </p:nvSpPr>
        <p:spPr>
          <a:xfrm>
            <a:off x="1214438" y="3185511"/>
            <a:ext cx="10663919" cy="164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9pPr>
          </a:lstStyle>
          <a:p>
            <a:endParaRPr/>
          </a:p>
        </p:txBody>
      </p:sp>
      <p:sp>
        <p:nvSpPr>
          <p:cNvPr id="140" name="Google Shape;140;p55"/>
          <p:cNvSpPr txBox="1">
            <a:spLocks noGrp="1"/>
          </p:cNvSpPr>
          <p:nvPr>
            <p:ph type="body" idx="2"/>
          </p:nvPr>
        </p:nvSpPr>
        <p:spPr>
          <a:xfrm>
            <a:off x="1214438" y="4833335"/>
            <a:ext cx="10663919" cy="736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55"/>
          <p:cNvSpPr txBox="1">
            <a:spLocks noGrp="1"/>
          </p:cNvSpPr>
          <p:nvPr>
            <p:ph type="body" idx="3"/>
          </p:nvPr>
        </p:nvSpPr>
        <p:spPr>
          <a:xfrm>
            <a:off x="11996711" y="3185511"/>
            <a:ext cx="10717021" cy="164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9pPr>
          </a:lstStyle>
          <a:p>
            <a:endParaRPr/>
          </a:p>
        </p:txBody>
      </p:sp>
      <p:sp>
        <p:nvSpPr>
          <p:cNvPr id="142" name="Google Shape;142;p55"/>
          <p:cNvSpPr txBox="1">
            <a:spLocks noGrp="1"/>
          </p:cNvSpPr>
          <p:nvPr>
            <p:ph type="body" idx="4"/>
          </p:nvPr>
        </p:nvSpPr>
        <p:spPr>
          <a:xfrm>
            <a:off x="11996713" y="4833335"/>
            <a:ext cx="10717020" cy="736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55"/>
          <p:cNvSpPr/>
          <p:nvPr/>
        </p:nvSpPr>
        <p:spPr>
          <a:xfrm>
            <a:off x="760313" y="658153"/>
            <a:ext cx="150497" cy="1444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5"/>
          <p:cNvSpPr txBox="1">
            <a:spLocks noGrp="1"/>
          </p:cNvSpPr>
          <p:nvPr>
            <p:ph type="sldNum" idx="12"/>
          </p:nvPr>
        </p:nvSpPr>
        <p:spPr>
          <a:xfrm>
            <a:off x="22328736" y="12729576"/>
            <a:ext cx="859728" cy="98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55"/>
          <p:cNvSpPr txBox="1">
            <a:spLocks noGrp="1"/>
          </p:cNvSpPr>
          <p:nvPr>
            <p:ph type="dt" idx="10"/>
          </p:nvPr>
        </p:nvSpPr>
        <p:spPr>
          <a:xfrm>
            <a:off x="19788189" y="13009948"/>
            <a:ext cx="249098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5"/>
          <p:cNvSpPr txBox="1">
            <a:spLocks noGrp="1"/>
          </p:cNvSpPr>
          <p:nvPr>
            <p:ph type="ftr" idx="11"/>
          </p:nvPr>
        </p:nvSpPr>
        <p:spPr>
          <a:xfrm>
            <a:off x="1214438" y="13020445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7" name="Google Shape;147;p55" descr="A green logo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9516" y="508545"/>
            <a:ext cx="1762203" cy="176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1" cy="1371421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6"/>
          <p:cNvSpPr/>
          <p:nvPr/>
        </p:nvSpPr>
        <p:spPr>
          <a:xfrm rot="-5400000">
            <a:off x="5337203" y="-5337203"/>
            <a:ext cx="13712770" cy="24387175"/>
          </a:xfrm>
          <a:prstGeom prst="rect">
            <a:avLst/>
          </a:prstGeom>
          <a:gradFill>
            <a:gsLst>
              <a:gs pos="0">
                <a:srgbClr val="F8FBF4">
                  <a:alpha val="89411"/>
                </a:srgbClr>
              </a:gs>
              <a:gs pos="2000">
                <a:srgbClr val="F8FBF4">
                  <a:alpha val="89411"/>
                </a:srgbClr>
              </a:gs>
              <a:gs pos="30000">
                <a:srgbClr val="FFFFFF">
                  <a:alpha val="96470"/>
                </a:srgbClr>
              </a:gs>
              <a:gs pos="100000">
                <a:srgbClr val="FFFFFF">
                  <a:alpha val="9647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6"/>
          <p:cNvSpPr/>
          <p:nvPr/>
        </p:nvSpPr>
        <p:spPr>
          <a:xfrm rot="10800000" flipH="1">
            <a:off x="0" y="13009948"/>
            <a:ext cx="2438717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6"/>
          <p:cNvSpPr/>
          <p:nvPr/>
        </p:nvSpPr>
        <p:spPr>
          <a:xfrm>
            <a:off x="0" y="0"/>
            <a:ext cx="24387175" cy="12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6"/>
          <p:cNvSpPr txBox="1">
            <a:spLocks noGrp="1"/>
          </p:cNvSpPr>
          <p:nvPr>
            <p:ph type="title"/>
          </p:nvPr>
        </p:nvSpPr>
        <p:spPr>
          <a:xfrm>
            <a:off x="1679796" y="1961598"/>
            <a:ext cx="7865498" cy="2153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56"/>
          <p:cNvSpPr txBox="1">
            <a:spLocks noGrp="1"/>
          </p:cNvSpPr>
          <p:nvPr>
            <p:ph type="body" idx="1"/>
          </p:nvPr>
        </p:nvSpPr>
        <p:spPr>
          <a:xfrm>
            <a:off x="10367726" y="1974851"/>
            <a:ext cx="12346007" cy="974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35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1pPr>
            <a:lvl2pPr marL="914400" lvl="1" indent="-584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2pPr>
            <a:lvl3pPr marL="1371600" lvl="2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3pPr>
            <a:lvl4pPr marL="1828800" lvl="3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6pPr>
            <a:lvl7pPr marL="3200400" lvl="6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7pPr>
            <a:lvl8pPr marL="3657600" lvl="7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8pPr>
            <a:lvl9pPr marL="4114800" lvl="8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9pPr>
          </a:lstStyle>
          <a:p>
            <a:endParaRPr/>
          </a:p>
        </p:txBody>
      </p:sp>
      <p:sp>
        <p:nvSpPr>
          <p:cNvPr id="155" name="Google Shape;155;p56"/>
          <p:cNvSpPr txBox="1">
            <a:spLocks noGrp="1"/>
          </p:cNvSpPr>
          <p:nvPr>
            <p:ph type="body" idx="2"/>
          </p:nvPr>
        </p:nvSpPr>
        <p:spPr>
          <a:xfrm>
            <a:off x="1679796" y="4114800"/>
            <a:ext cx="7865498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6" name="Google Shape;156;p56"/>
          <p:cNvSpPr txBox="1">
            <a:spLocks noGrp="1"/>
          </p:cNvSpPr>
          <p:nvPr>
            <p:ph type="sldNum" idx="12"/>
          </p:nvPr>
        </p:nvSpPr>
        <p:spPr>
          <a:xfrm>
            <a:off x="22328736" y="12729576"/>
            <a:ext cx="859728" cy="98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56"/>
          <p:cNvSpPr txBox="1">
            <a:spLocks noGrp="1"/>
          </p:cNvSpPr>
          <p:nvPr>
            <p:ph type="dt" idx="10"/>
          </p:nvPr>
        </p:nvSpPr>
        <p:spPr>
          <a:xfrm>
            <a:off x="19788189" y="13009948"/>
            <a:ext cx="249098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6"/>
          <p:cNvSpPr txBox="1">
            <a:spLocks noGrp="1"/>
          </p:cNvSpPr>
          <p:nvPr>
            <p:ph type="ftr" idx="11"/>
          </p:nvPr>
        </p:nvSpPr>
        <p:spPr>
          <a:xfrm>
            <a:off x="1214438" y="13020445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9" name="Google Shape;159;p56" descr="A green logo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9516" y="200565"/>
            <a:ext cx="1762203" cy="176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1" cy="1371421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7"/>
          <p:cNvSpPr/>
          <p:nvPr/>
        </p:nvSpPr>
        <p:spPr>
          <a:xfrm rot="-5400000">
            <a:off x="5337203" y="-5337203"/>
            <a:ext cx="13712770" cy="24387175"/>
          </a:xfrm>
          <a:prstGeom prst="rect">
            <a:avLst/>
          </a:prstGeom>
          <a:gradFill>
            <a:gsLst>
              <a:gs pos="0">
                <a:srgbClr val="F8FBF4">
                  <a:alpha val="89411"/>
                </a:srgbClr>
              </a:gs>
              <a:gs pos="2000">
                <a:srgbClr val="F8FBF4">
                  <a:alpha val="89411"/>
                </a:srgbClr>
              </a:gs>
              <a:gs pos="30000">
                <a:srgbClr val="FFFFFF">
                  <a:alpha val="96470"/>
                </a:srgbClr>
              </a:gs>
              <a:gs pos="100000">
                <a:srgbClr val="FFFFFF">
                  <a:alpha val="9647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7"/>
          <p:cNvSpPr/>
          <p:nvPr/>
        </p:nvSpPr>
        <p:spPr>
          <a:xfrm rot="10800000" flipH="1">
            <a:off x="0" y="13009948"/>
            <a:ext cx="2438717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7"/>
          <p:cNvSpPr/>
          <p:nvPr/>
        </p:nvSpPr>
        <p:spPr>
          <a:xfrm>
            <a:off x="0" y="0"/>
            <a:ext cx="24387175" cy="12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7"/>
          <p:cNvSpPr txBox="1">
            <a:spLocks noGrp="1"/>
          </p:cNvSpPr>
          <p:nvPr>
            <p:ph type="title"/>
          </p:nvPr>
        </p:nvSpPr>
        <p:spPr>
          <a:xfrm>
            <a:off x="1679796" y="1961598"/>
            <a:ext cx="7865498" cy="2153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57"/>
          <p:cNvSpPr>
            <a:spLocks noGrp="1"/>
          </p:cNvSpPr>
          <p:nvPr>
            <p:ph type="pic" idx="2"/>
          </p:nvPr>
        </p:nvSpPr>
        <p:spPr>
          <a:xfrm>
            <a:off x="10367726" y="1974851"/>
            <a:ext cx="12346007" cy="974725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57"/>
          <p:cNvSpPr txBox="1">
            <a:spLocks noGrp="1"/>
          </p:cNvSpPr>
          <p:nvPr>
            <p:ph type="body" idx="1"/>
          </p:nvPr>
        </p:nvSpPr>
        <p:spPr>
          <a:xfrm>
            <a:off x="1679796" y="4114800"/>
            <a:ext cx="7865498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8" name="Google Shape;168;p57"/>
          <p:cNvSpPr txBox="1">
            <a:spLocks noGrp="1"/>
          </p:cNvSpPr>
          <p:nvPr>
            <p:ph type="sldNum" idx="12"/>
          </p:nvPr>
        </p:nvSpPr>
        <p:spPr>
          <a:xfrm>
            <a:off x="22328736" y="12729576"/>
            <a:ext cx="859728" cy="98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57"/>
          <p:cNvSpPr txBox="1">
            <a:spLocks noGrp="1"/>
          </p:cNvSpPr>
          <p:nvPr>
            <p:ph type="dt" idx="10"/>
          </p:nvPr>
        </p:nvSpPr>
        <p:spPr>
          <a:xfrm>
            <a:off x="19788189" y="13009948"/>
            <a:ext cx="249098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57"/>
          <p:cNvSpPr txBox="1">
            <a:spLocks noGrp="1"/>
          </p:cNvSpPr>
          <p:nvPr>
            <p:ph type="ftr" idx="11"/>
          </p:nvPr>
        </p:nvSpPr>
        <p:spPr>
          <a:xfrm>
            <a:off x="1214438" y="13020445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1" name="Google Shape;171;p57" descr="A green logo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9516" y="200565"/>
            <a:ext cx="1762203" cy="176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1" cy="1371421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8"/>
          <p:cNvSpPr/>
          <p:nvPr/>
        </p:nvSpPr>
        <p:spPr>
          <a:xfrm rot="-5400000">
            <a:off x="5337203" y="-5337203"/>
            <a:ext cx="13712770" cy="24387175"/>
          </a:xfrm>
          <a:prstGeom prst="rect">
            <a:avLst/>
          </a:prstGeom>
          <a:gradFill>
            <a:gsLst>
              <a:gs pos="0">
                <a:srgbClr val="F8FBF4">
                  <a:alpha val="89411"/>
                </a:srgbClr>
              </a:gs>
              <a:gs pos="2000">
                <a:srgbClr val="F8FBF4">
                  <a:alpha val="89411"/>
                </a:srgbClr>
              </a:gs>
              <a:gs pos="30000">
                <a:srgbClr val="FFFFFF">
                  <a:alpha val="96470"/>
                </a:srgbClr>
              </a:gs>
              <a:gs pos="100000">
                <a:srgbClr val="FFFFFF">
                  <a:alpha val="9647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8"/>
          <p:cNvSpPr/>
          <p:nvPr/>
        </p:nvSpPr>
        <p:spPr>
          <a:xfrm rot="10800000" flipH="1">
            <a:off x="0" y="13009948"/>
            <a:ext cx="2438717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8"/>
          <p:cNvSpPr/>
          <p:nvPr/>
        </p:nvSpPr>
        <p:spPr>
          <a:xfrm>
            <a:off x="0" y="0"/>
            <a:ext cx="24387175" cy="12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8"/>
          <p:cNvSpPr txBox="1">
            <a:spLocks noGrp="1"/>
          </p:cNvSpPr>
          <p:nvPr>
            <p:ph type="title"/>
          </p:nvPr>
        </p:nvSpPr>
        <p:spPr>
          <a:xfrm>
            <a:off x="1214438" y="419430"/>
            <a:ext cx="21945600" cy="191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58"/>
          <p:cNvSpPr txBox="1">
            <a:spLocks noGrp="1"/>
          </p:cNvSpPr>
          <p:nvPr>
            <p:ph type="body" idx="1"/>
          </p:nvPr>
        </p:nvSpPr>
        <p:spPr>
          <a:xfrm rot="5400000">
            <a:off x="7835900" y="-3439241"/>
            <a:ext cx="8702676" cy="21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58"/>
          <p:cNvSpPr/>
          <p:nvPr/>
        </p:nvSpPr>
        <p:spPr>
          <a:xfrm>
            <a:off x="760313" y="658153"/>
            <a:ext cx="150497" cy="1444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8"/>
          <p:cNvSpPr txBox="1">
            <a:spLocks noGrp="1"/>
          </p:cNvSpPr>
          <p:nvPr>
            <p:ph type="sldNum" idx="12"/>
          </p:nvPr>
        </p:nvSpPr>
        <p:spPr>
          <a:xfrm>
            <a:off x="22328736" y="12729576"/>
            <a:ext cx="859728" cy="98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58"/>
          <p:cNvSpPr txBox="1">
            <a:spLocks noGrp="1"/>
          </p:cNvSpPr>
          <p:nvPr>
            <p:ph type="dt" idx="10"/>
          </p:nvPr>
        </p:nvSpPr>
        <p:spPr>
          <a:xfrm>
            <a:off x="19788189" y="13009948"/>
            <a:ext cx="249098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58"/>
          <p:cNvSpPr txBox="1">
            <a:spLocks noGrp="1"/>
          </p:cNvSpPr>
          <p:nvPr>
            <p:ph type="ftr" idx="11"/>
          </p:nvPr>
        </p:nvSpPr>
        <p:spPr>
          <a:xfrm>
            <a:off x="1214438" y="13020445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3" name="Google Shape;183;p58" descr="A green logo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64659" y="497969"/>
            <a:ext cx="1762203" cy="176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1" cy="1371421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9"/>
          <p:cNvSpPr/>
          <p:nvPr/>
        </p:nvSpPr>
        <p:spPr>
          <a:xfrm rot="-5400000">
            <a:off x="5337203" y="-5337203"/>
            <a:ext cx="13712770" cy="24387175"/>
          </a:xfrm>
          <a:prstGeom prst="rect">
            <a:avLst/>
          </a:prstGeom>
          <a:gradFill>
            <a:gsLst>
              <a:gs pos="0">
                <a:srgbClr val="F8FBF4">
                  <a:alpha val="89411"/>
                </a:srgbClr>
              </a:gs>
              <a:gs pos="2000">
                <a:srgbClr val="F8FBF4">
                  <a:alpha val="89411"/>
                </a:srgbClr>
              </a:gs>
              <a:gs pos="30000">
                <a:srgbClr val="FFFFFF">
                  <a:alpha val="96470"/>
                </a:srgbClr>
              </a:gs>
              <a:gs pos="100000">
                <a:srgbClr val="FFFFFF">
                  <a:alpha val="9647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9"/>
          <p:cNvSpPr txBox="1">
            <a:spLocks noGrp="1"/>
          </p:cNvSpPr>
          <p:nvPr>
            <p:ph type="title"/>
          </p:nvPr>
        </p:nvSpPr>
        <p:spPr>
          <a:xfrm rot="5400000">
            <a:off x="14269477" y="3912845"/>
            <a:ext cx="11623676" cy="5258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59"/>
          <p:cNvSpPr txBox="1">
            <a:spLocks noGrp="1"/>
          </p:cNvSpPr>
          <p:nvPr>
            <p:ph type="body" idx="1"/>
          </p:nvPr>
        </p:nvSpPr>
        <p:spPr>
          <a:xfrm rot="5400000">
            <a:off x="3600087" y="-1193219"/>
            <a:ext cx="11623676" cy="15470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59"/>
          <p:cNvSpPr/>
          <p:nvPr/>
        </p:nvSpPr>
        <p:spPr>
          <a:xfrm rot="10800000" flipH="1">
            <a:off x="0" y="13009948"/>
            <a:ext cx="2438717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9"/>
          <p:cNvSpPr/>
          <p:nvPr/>
        </p:nvSpPr>
        <p:spPr>
          <a:xfrm>
            <a:off x="0" y="0"/>
            <a:ext cx="24387175" cy="12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&amp; Text V1">
  <p:cSld name="Titel &amp; Text V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1" cy="1371421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0"/>
          <p:cNvSpPr/>
          <p:nvPr/>
        </p:nvSpPr>
        <p:spPr>
          <a:xfrm rot="-5400000">
            <a:off x="5337203" y="-5337203"/>
            <a:ext cx="13712770" cy="24387175"/>
          </a:xfrm>
          <a:prstGeom prst="rect">
            <a:avLst/>
          </a:prstGeom>
          <a:gradFill>
            <a:gsLst>
              <a:gs pos="0">
                <a:srgbClr val="F8FBF4">
                  <a:alpha val="89411"/>
                </a:srgbClr>
              </a:gs>
              <a:gs pos="2000">
                <a:srgbClr val="F8FBF4">
                  <a:alpha val="89411"/>
                </a:srgbClr>
              </a:gs>
              <a:gs pos="30000">
                <a:srgbClr val="FFFFFF">
                  <a:alpha val="96470"/>
                </a:srgbClr>
              </a:gs>
              <a:gs pos="100000">
                <a:srgbClr val="FFFFFF">
                  <a:alpha val="9647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0"/>
          <p:cNvSpPr/>
          <p:nvPr/>
        </p:nvSpPr>
        <p:spPr>
          <a:xfrm rot="10800000" flipH="1">
            <a:off x="0" y="13009948"/>
            <a:ext cx="2438717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0"/>
          <p:cNvSpPr/>
          <p:nvPr/>
        </p:nvSpPr>
        <p:spPr>
          <a:xfrm>
            <a:off x="0" y="0"/>
            <a:ext cx="24387175" cy="12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0"/>
          <p:cNvSpPr txBox="1"/>
          <p:nvPr/>
        </p:nvSpPr>
        <p:spPr>
          <a:xfrm>
            <a:off x="22610618" y="139930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0"/>
          <p:cNvSpPr txBox="1">
            <a:spLocks noGrp="1"/>
          </p:cNvSpPr>
          <p:nvPr>
            <p:ph type="sldNum" idx="12"/>
          </p:nvPr>
        </p:nvSpPr>
        <p:spPr>
          <a:xfrm>
            <a:off x="22328736" y="12729576"/>
            <a:ext cx="859728" cy="98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60"/>
          <p:cNvSpPr txBox="1">
            <a:spLocks noGrp="1"/>
          </p:cNvSpPr>
          <p:nvPr>
            <p:ph type="ftr" idx="11"/>
          </p:nvPr>
        </p:nvSpPr>
        <p:spPr>
          <a:xfrm>
            <a:off x="1214438" y="13020445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9" name="Google Shape;199;p60"/>
          <p:cNvCxnSpPr/>
          <p:nvPr/>
        </p:nvCxnSpPr>
        <p:spPr>
          <a:xfrm rot="10800000">
            <a:off x="1069841" y="2244726"/>
            <a:ext cx="13331678" cy="0"/>
          </a:xfrm>
          <a:prstGeom prst="straightConnector1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0" name="Google Shape;200;p60"/>
          <p:cNvSpPr txBox="1">
            <a:spLocks noGrp="1"/>
          </p:cNvSpPr>
          <p:nvPr>
            <p:ph type="title"/>
          </p:nvPr>
        </p:nvSpPr>
        <p:spPr>
          <a:xfrm>
            <a:off x="1103084" y="469092"/>
            <a:ext cx="22144194" cy="168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60"/>
          <p:cNvSpPr txBox="1">
            <a:spLocks noGrp="1"/>
          </p:cNvSpPr>
          <p:nvPr>
            <p:ph type="body" idx="1"/>
          </p:nvPr>
        </p:nvSpPr>
        <p:spPr>
          <a:xfrm>
            <a:off x="1103084" y="2933638"/>
            <a:ext cx="22085380" cy="9349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02" name="Google Shape;202;p60" descr="A green logo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9516" y="429063"/>
            <a:ext cx="1762203" cy="176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cons Slide">
  <p:cSld name="Icons Slide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1" cy="1371421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1"/>
          <p:cNvSpPr/>
          <p:nvPr/>
        </p:nvSpPr>
        <p:spPr>
          <a:xfrm rot="-5400000">
            <a:off x="5337203" y="-5337203"/>
            <a:ext cx="13712770" cy="24387175"/>
          </a:xfrm>
          <a:prstGeom prst="rect">
            <a:avLst/>
          </a:prstGeom>
          <a:gradFill>
            <a:gsLst>
              <a:gs pos="0">
                <a:srgbClr val="F8FBF4">
                  <a:alpha val="89411"/>
                </a:srgbClr>
              </a:gs>
              <a:gs pos="2000">
                <a:srgbClr val="F8FBF4">
                  <a:alpha val="89411"/>
                </a:srgbClr>
              </a:gs>
              <a:gs pos="30000">
                <a:srgbClr val="FFFFFF">
                  <a:alpha val="96470"/>
                </a:srgbClr>
              </a:gs>
              <a:gs pos="100000">
                <a:srgbClr val="FFFFFF">
                  <a:alpha val="9647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1"/>
          <p:cNvSpPr/>
          <p:nvPr/>
        </p:nvSpPr>
        <p:spPr>
          <a:xfrm rot="10800000" flipH="1">
            <a:off x="0" y="13009948"/>
            <a:ext cx="2438717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1"/>
          <p:cNvSpPr/>
          <p:nvPr/>
        </p:nvSpPr>
        <p:spPr>
          <a:xfrm>
            <a:off x="0" y="0"/>
            <a:ext cx="24387175" cy="12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1"/>
          <p:cNvSpPr>
            <a:spLocks noGrp="1"/>
          </p:cNvSpPr>
          <p:nvPr>
            <p:ph type="pic" idx="2"/>
          </p:nvPr>
        </p:nvSpPr>
        <p:spPr>
          <a:xfrm>
            <a:off x="1079501" y="3968756"/>
            <a:ext cx="2778128" cy="288925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61"/>
          <p:cNvSpPr txBox="1">
            <a:spLocks noGrp="1"/>
          </p:cNvSpPr>
          <p:nvPr>
            <p:ph type="body" idx="1"/>
          </p:nvPr>
        </p:nvSpPr>
        <p:spPr>
          <a:xfrm>
            <a:off x="4420177" y="3967963"/>
            <a:ext cx="4993700" cy="144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61"/>
          <p:cNvSpPr txBox="1">
            <a:spLocks noGrp="1"/>
          </p:cNvSpPr>
          <p:nvPr>
            <p:ph type="body" idx="3"/>
          </p:nvPr>
        </p:nvSpPr>
        <p:spPr>
          <a:xfrm>
            <a:off x="4420177" y="5451878"/>
            <a:ext cx="4993700" cy="144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61"/>
          <p:cNvSpPr>
            <a:spLocks noGrp="1"/>
          </p:cNvSpPr>
          <p:nvPr>
            <p:ph type="pic" idx="4"/>
          </p:nvPr>
        </p:nvSpPr>
        <p:spPr>
          <a:xfrm>
            <a:off x="1079501" y="8276143"/>
            <a:ext cx="2778128" cy="288925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61"/>
          <p:cNvSpPr txBox="1">
            <a:spLocks noGrp="1"/>
          </p:cNvSpPr>
          <p:nvPr>
            <p:ph type="body" idx="5"/>
          </p:nvPr>
        </p:nvSpPr>
        <p:spPr>
          <a:xfrm>
            <a:off x="4420177" y="8275349"/>
            <a:ext cx="4993700" cy="144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61"/>
          <p:cNvSpPr txBox="1">
            <a:spLocks noGrp="1"/>
          </p:cNvSpPr>
          <p:nvPr>
            <p:ph type="body" idx="6"/>
          </p:nvPr>
        </p:nvSpPr>
        <p:spPr>
          <a:xfrm>
            <a:off x="4420177" y="9759269"/>
            <a:ext cx="4993700" cy="144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61"/>
          <p:cNvSpPr>
            <a:spLocks noGrp="1"/>
          </p:cNvSpPr>
          <p:nvPr>
            <p:ph type="pic" idx="7"/>
          </p:nvPr>
        </p:nvSpPr>
        <p:spPr>
          <a:xfrm>
            <a:off x="13582651" y="3968756"/>
            <a:ext cx="2778128" cy="288925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61"/>
          <p:cNvSpPr txBox="1">
            <a:spLocks noGrp="1"/>
          </p:cNvSpPr>
          <p:nvPr>
            <p:ph type="body" idx="8"/>
          </p:nvPr>
        </p:nvSpPr>
        <p:spPr>
          <a:xfrm>
            <a:off x="16923330" y="3967963"/>
            <a:ext cx="4993700" cy="144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61"/>
          <p:cNvSpPr txBox="1">
            <a:spLocks noGrp="1"/>
          </p:cNvSpPr>
          <p:nvPr>
            <p:ph type="body" idx="9"/>
          </p:nvPr>
        </p:nvSpPr>
        <p:spPr>
          <a:xfrm>
            <a:off x="16923330" y="5451878"/>
            <a:ext cx="4993700" cy="144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61"/>
          <p:cNvSpPr>
            <a:spLocks noGrp="1"/>
          </p:cNvSpPr>
          <p:nvPr>
            <p:ph type="pic" idx="13"/>
          </p:nvPr>
        </p:nvSpPr>
        <p:spPr>
          <a:xfrm>
            <a:off x="13582651" y="8276143"/>
            <a:ext cx="2778128" cy="288925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61"/>
          <p:cNvSpPr txBox="1">
            <a:spLocks noGrp="1"/>
          </p:cNvSpPr>
          <p:nvPr>
            <p:ph type="body" idx="14"/>
          </p:nvPr>
        </p:nvSpPr>
        <p:spPr>
          <a:xfrm>
            <a:off x="16923330" y="8275349"/>
            <a:ext cx="4993700" cy="144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61"/>
          <p:cNvSpPr txBox="1">
            <a:spLocks noGrp="1"/>
          </p:cNvSpPr>
          <p:nvPr>
            <p:ph type="body" idx="15"/>
          </p:nvPr>
        </p:nvSpPr>
        <p:spPr>
          <a:xfrm>
            <a:off x="16912125" y="9759269"/>
            <a:ext cx="4993700" cy="144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61"/>
          <p:cNvSpPr txBox="1">
            <a:spLocks noGrp="1"/>
          </p:cNvSpPr>
          <p:nvPr>
            <p:ph type="title"/>
          </p:nvPr>
        </p:nvSpPr>
        <p:spPr>
          <a:xfrm>
            <a:off x="1233336" y="658153"/>
            <a:ext cx="22144194" cy="144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61"/>
          <p:cNvSpPr/>
          <p:nvPr/>
        </p:nvSpPr>
        <p:spPr>
          <a:xfrm>
            <a:off x="760313" y="658153"/>
            <a:ext cx="150497" cy="14446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1"/>
          <p:cNvSpPr txBox="1">
            <a:spLocks noGrp="1"/>
          </p:cNvSpPr>
          <p:nvPr>
            <p:ph type="sldNum" idx="12"/>
          </p:nvPr>
        </p:nvSpPr>
        <p:spPr>
          <a:xfrm>
            <a:off x="22328736" y="12729576"/>
            <a:ext cx="859728" cy="98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61"/>
          <p:cNvSpPr txBox="1">
            <a:spLocks noGrp="1"/>
          </p:cNvSpPr>
          <p:nvPr>
            <p:ph type="dt" idx="10"/>
          </p:nvPr>
        </p:nvSpPr>
        <p:spPr>
          <a:xfrm>
            <a:off x="19788189" y="13009948"/>
            <a:ext cx="249098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61"/>
          <p:cNvSpPr txBox="1">
            <a:spLocks noGrp="1"/>
          </p:cNvSpPr>
          <p:nvPr>
            <p:ph type="ftr" idx="11"/>
          </p:nvPr>
        </p:nvSpPr>
        <p:spPr>
          <a:xfrm>
            <a:off x="1214438" y="13020445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5" name="Google Shape;225;p61" descr="A green logo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9516" y="200565"/>
            <a:ext cx="1762203" cy="176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Picture">
  <p:cSld name="Title Content and Picture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1" cy="1371421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62"/>
          <p:cNvSpPr/>
          <p:nvPr/>
        </p:nvSpPr>
        <p:spPr>
          <a:xfrm rot="-5400000">
            <a:off x="5337203" y="-5337203"/>
            <a:ext cx="13712770" cy="24387175"/>
          </a:xfrm>
          <a:prstGeom prst="rect">
            <a:avLst/>
          </a:prstGeom>
          <a:gradFill>
            <a:gsLst>
              <a:gs pos="0">
                <a:srgbClr val="F8FBF4">
                  <a:alpha val="89411"/>
                </a:srgbClr>
              </a:gs>
              <a:gs pos="2000">
                <a:srgbClr val="F8FBF4">
                  <a:alpha val="89411"/>
                </a:srgbClr>
              </a:gs>
              <a:gs pos="30000">
                <a:srgbClr val="FFFFFF">
                  <a:alpha val="96470"/>
                </a:srgbClr>
              </a:gs>
              <a:gs pos="100000">
                <a:srgbClr val="FFFFFF">
                  <a:alpha val="9647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2"/>
          <p:cNvSpPr/>
          <p:nvPr/>
        </p:nvSpPr>
        <p:spPr>
          <a:xfrm rot="10800000" flipH="1">
            <a:off x="0" y="13009948"/>
            <a:ext cx="2438717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2"/>
          <p:cNvSpPr/>
          <p:nvPr/>
        </p:nvSpPr>
        <p:spPr>
          <a:xfrm>
            <a:off x="0" y="0"/>
            <a:ext cx="24387175" cy="12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endParaRPr sz="270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2"/>
          <p:cNvSpPr txBox="1">
            <a:spLocks noGrp="1"/>
          </p:cNvSpPr>
          <p:nvPr>
            <p:ph type="ftr" idx="11"/>
          </p:nvPr>
        </p:nvSpPr>
        <p:spPr>
          <a:xfrm>
            <a:off x="1214438" y="13020445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62"/>
          <p:cNvSpPr txBox="1"/>
          <p:nvPr/>
        </p:nvSpPr>
        <p:spPr>
          <a:xfrm>
            <a:off x="22610618" y="139930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2"/>
          <p:cNvSpPr txBox="1">
            <a:spLocks noGrp="1"/>
          </p:cNvSpPr>
          <p:nvPr>
            <p:ph type="sldNum" idx="12"/>
          </p:nvPr>
        </p:nvSpPr>
        <p:spPr>
          <a:xfrm>
            <a:off x="22328736" y="12729576"/>
            <a:ext cx="859728" cy="98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4" name="Google Shape;234;p62"/>
          <p:cNvCxnSpPr/>
          <p:nvPr/>
        </p:nvCxnSpPr>
        <p:spPr>
          <a:xfrm rot="10800000">
            <a:off x="1161897" y="2281138"/>
            <a:ext cx="11123751" cy="0"/>
          </a:xfrm>
          <a:prstGeom prst="straightConnector1">
            <a:avLst/>
          </a:prstGeom>
          <a:noFill/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5" name="Google Shape;235;p62"/>
          <p:cNvSpPr txBox="1">
            <a:spLocks noGrp="1"/>
          </p:cNvSpPr>
          <p:nvPr>
            <p:ph type="title"/>
          </p:nvPr>
        </p:nvSpPr>
        <p:spPr>
          <a:xfrm>
            <a:off x="1161897" y="626476"/>
            <a:ext cx="20307572" cy="151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62"/>
          <p:cNvSpPr txBox="1">
            <a:spLocks noGrp="1"/>
          </p:cNvSpPr>
          <p:nvPr>
            <p:ph type="body" idx="1"/>
          </p:nvPr>
        </p:nvSpPr>
        <p:spPr>
          <a:xfrm>
            <a:off x="1161898" y="3285870"/>
            <a:ext cx="11031689" cy="9349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37" name="Google Shape;237;p62" descr="A green logo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9516" y="200565"/>
            <a:ext cx="1762203" cy="176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sldNum" idx="12"/>
          </p:nvPr>
        </p:nvSpPr>
        <p:spPr>
          <a:xfrm>
            <a:off x="22328736" y="12729576"/>
            <a:ext cx="859728" cy="98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dt" idx="10"/>
          </p:nvPr>
        </p:nvSpPr>
        <p:spPr>
          <a:xfrm>
            <a:off x="19788189" y="13009948"/>
            <a:ext cx="2490984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2"/>
          <p:cNvSpPr txBox="1">
            <a:spLocks noGrp="1"/>
          </p:cNvSpPr>
          <p:nvPr>
            <p:ph type="ftr" idx="11"/>
          </p:nvPr>
        </p:nvSpPr>
        <p:spPr>
          <a:xfrm>
            <a:off x="1214438" y="13020445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2"/>
          <p:cNvSpPr txBox="1">
            <a:spLocks noGrp="1"/>
          </p:cNvSpPr>
          <p:nvPr>
            <p:ph type="body" idx="1"/>
          </p:nvPr>
        </p:nvSpPr>
        <p:spPr>
          <a:xfrm>
            <a:off x="1214438" y="3651250"/>
            <a:ext cx="21945600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82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2"/>
          <p:cNvSpPr txBox="1">
            <a:spLocks noGrp="1"/>
          </p:cNvSpPr>
          <p:nvPr>
            <p:ph type="title"/>
          </p:nvPr>
        </p:nvSpPr>
        <p:spPr>
          <a:xfrm>
            <a:off x="1198712" y="730250"/>
            <a:ext cx="20307572" cy="265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 sz="8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36"/>
          <p:cNvSpPr txBox="1">
            <a:spLocks noGrp="1"/>
          </p:cNvSpPr>
          <p:nvPr>
            <p:ph type="ftr" idx="11"/>
          </p:nvPr>
        </p:nvSpPr>
        <p:spPr>
          <a:xfrm>
            <a:off x="1214438" y="13020445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Transforming lives in Africa through research</a:t>
            </a:r>
            <a:endParaRPr/>
          </a:p>
        </p:txBody>
      </p:sp>
      <p:sp>
        <p:nvSpPr>
          <p:cNvPr id="1660" name="Google Shape;1660;p36"/>
          <p:cNvSpPr txBox="1">
            <a:spLocks noGrp="1"/>
          </p:cNvSpPr>
          <p:nvPr>
            <p:ph type="sldNum" idx="12"/>
          </p:nvPr>
        </p:nvSpPr>
        <p:spPr>
          <a:xfrm>
            <a:off x="22328736" y="12729576"/>
            <a:ext cx="859728" cy="986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661" name="Google Shape;1661;p36"/>
          <p:cNvSpPr txBox="1">
            <a:spLocks noGrp="1"/>
          </p:cNvSpPr>
          <p:nvPr>
            <p:ph type="title"/>
          </p:nvPr>
        </p:nvSpPr>
        <p:spPr>
          <a:xfrm>
            <a:off x="1161898" y="759722"/>
            <a:ext cx="22144194" cy="928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dirty="0"/>
              <a:t>Data Profiling with </a:t>
            </a:r>
            <a:r>
              <a:rPr lang="en-US" dirty="0" err="1"/>
              <a:t>WhiteRabbit</a:t>
            </a:r>
            <a:endParaRPr lang="en-US" dirty="0"/>
          </a:p>
        </p:txBody>
      </p:sp>
      <p:sp>
        <p:nvSpPr>
          <p:cNvPr id="1662" name="Google Shape;1662;p36"/>
          <p:cNvSpPr/>
          <p:nvPr/>
        </p:nvSpPr>
        <p:spPr>
          <a:xfrm>
            <a:off x="1214438" y="2614647"/>
            <a:ext cx="1635559" cy="1749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36"/>
          <p:cNvSpPr/>
          <p:nvPr/>
        </p:nvSpPr>
        <p:spPr>
          <a:xfrm>
            <a:off x="4283658" y="2899529"/>
            <a:ext cx="2114389" cy="11798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36"/>
          <p:cNvSpPr/>
          <p:nvPr/>
        </p:nvSpPr>
        <p:spPr>
          <a:xfrm>
            <a:off x="4761875" y="10058116"/>
            <a:ext cx="1410411" cy="19737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36"/>
          <p:cNvSpPr/>
          <p:nvPr/>
        </p:nvSpPr>
        <p:spPr>
          <a:xfrm>
            <a:off x="7637530" y="10297993"/>
            <a:ext cx="1950486" cy="18766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36"/>
          <p:cNvSpPr/>
          <p:nvPr/>
        </p:nvSpPr>
        <p:spPr>
          <a:xfrm>
            <a:off x="10984672" y="10058116"/>
            <a:ext cx="1787298" cy="20864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36"/>
          <p:cNvSpPr/>
          <p:nvPr/>
        </p:nvSpPr>
        <p:spPr>
          <a:xfrm>
            <a:off x="14508178" y="10205905"/>
            <a:ext cx="1480349" cy="20864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36"/>
          <p:cNvSpPr/>
          <p:nvPr/>
        </p:nvSpPr>
        <p:spPr>
          <a:xfrm>
            <a:off x="17599866" y="10365358"/>
            <a:ext cx="1950486" cy="18572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36"/>
          <p:cNvSpPr/>
          <p:nvPr/>
        </p:nvSpPr>
        <p:spPr>
          <a:xfrm>
            <a:off x="20890387" y="10454273"/>
            <a:ext cx="1480349" cy="193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36"/>
          <p:cNvSpPr/>
          <p:nvPr/>
        </p:nvSpPr>
        <p:spPr>
          <a:xfrm>
            <a:off x="941466" y="7770475"/>
            <a:ext cx="2016538" cy="203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36"/>
          <p:cNvSpPr/>
          <p:nvPr/>
        </p:nvSpPr>
        <p:spPr>
          <a:xfrm>
            <a:off x="10751086" y="7971544"/>
            <a:ext cx="2105904" cy="14686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36"/>
          <p:cNvSpPr/>
          <p:nvPr/>
        </p:nvSpPr>
        <p:spPr>
          <a:xfrm>
            <a:off x="7872599" y="7738418"/>
            <a:ext cx="1480349" cy="193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36"/>
          <p:cNvSpPr/>
          <p:nvPr/>
        </p:nvSpPr>
        <p:spPr>
          <a:xfrm>
            <a:off x="4368557" y="8125018"/>
            <a:ext cx="2105904" cy="1161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36"/>
          <p:cNvSpPr/>
          <p:nvPr/>
        </p:nvSpPr>
        <p:spPr>
          <a:xfrm>
            <a:off x="14255128" y="7662652"/>
            <a:ext cx="2105903" cy="20864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36"/>
          <p:cNvSpPr/>
          <p:nvPr/>
        </p:nvSpPr>
        <p:spPr>
          <a:xfrm>
            <a:off x="20789190" y="7777272"/>
            <a:ext cx="1950486" cy="18572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36"/>
          <p:cNvSpPr/>
          <p:nvPr/>
        </p:nvSpPr>
        <p:spPr>
          <a:xfrm>
            <a:off x="17759169" y="7699564"/>
            <a:ext cx="1631881" cy="20126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36"/>
          <p:cNvSpPr/>
          <p:nvPr/>
        </p:nvSpPr>
        <p:spPr>
          <a:xfrm>
            <a:off x="1208285" y="4983709"/>
            <a:ext cx="1950486" cy="20126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36"/>
          <p:cNvSpPr/>
          <p:nvPr/>
        </p:nvSpPr>
        <p:spPr>
          <a:xfrm>
            <a:off x="4546122" y="4958454"/>
            <a:ext cx="1324931" cy="20631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36"/>
          <p:cNvSpPr/>
          <p:nvPr/>
        </p:nvSpPr>
        <p:spPr>
          <a:xfrm>
            <a:off x="7258404" y="4946797"/>
            <a:ext cx="2063163" cy="20864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36"/>
          <p:cNvSpPr/>
          <p:nvPr/>
        </p:nvSpPr>
        <p:spPr>
          <a:xfrm>
            <a:off x="10708918" y="5022563"/>
            <a:ext cx="1950486" cy="193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36"/>
          <p:cNvSpPr/>
          <p:nvPr/>
        </p:nvSpPr>
        <p:spPr>
          <a:xfrm>
            <a:off x="14046755" y="4983709"/>
            <a:ext cx="1950486" cy="20126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2" name="Google Shape;1682;p36"/>
          <p:cNvSpPr/>
          <p:nvPr/>
        </p:nvSpPr>
        <p:spPr>
          <a:xfrm>
            <a:off x="17384592" y="5022563"/>
            <a:ext cx="1950486" cy="193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36"/>
          <p:cNvSpPr/>
          <p:nvPr/>
        </p:nvSpPr>
        <p:spPr>
          <a:xfrm>
            <a:off x="20722427" y="5022563"/>
            <a:ext cx="1787298" cy="193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36"/>
          <p:cNvSpPr/>
          <p:nvPr/>
        </p:nvSpPr>
        <p:spPr>
          <a:xfrm>
            <a:off x="20734970" y="2483117"/>
            <a:ext cx="1635766" cy="20126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36"/>
          <p:cNvSpPr/>
          <p:nvPr/>
        </p:nvSpPr>
        <p:spPr>
          <a:xfrm>
            <a:off x="17506241" y="2624935"/>
            <a:ext cx="1795068" cy="1729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36"/>
          <p:cNvSpPr/>
          <p:nvPr/>
        </p:nvSpPr>
        <p:spPr>
          <a:xfrm>
            <a:off x="14129865" y="2521971"/>
            <a:ext cx="1942715" cy="193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36"/>
          <p:cNvSpPr/>
          <p:nvPr/>
        </p:nvSpPr>
        <p:spPr>
          <a:xfrm>
            <a:off x="11060438" y="2446205"/>
            <a:ext cx="1635766" cy="20864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36"/>
          <p:cNvSpPr/>
          <p:nvPr/>
        </p:nvSpPr>
        <p:spPr>
          <a:xfrm>
            <a:off x="7831708" y="2560825"/>
            <a:ext cx="1795069" cy="18572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36"/>
          <p:cNvSpPr/>
          <p:nvPr/>
        </p:nvSpPr>
        <p:spPr>
          <a:xfrm>
            <a:off x="1161898" y="10365358"/>
            <a:ext cx="2159564" cy="14598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4BD469C4-98BA-98EC-0F25-8FC760018DE5}"/>
              </a:ext>
            </a:extLst>
          </p:cNvPr>
          <p:cNvSpPr/>
          <p:nvPr/>
        </p:nvSpPr>
        <p:spPr>
          <a:xfrm>
            <a:off x="1012025" y="3593907"/>
            <a:ext cx="6766560" cy="1744559"/>
          </a:xfrm>
          <a:prstGeom prst="roundRect">
            <a:avLst>
              <a:gd name="adj" fmla="val 6173"/>
            </a:avLst>
          </a:prstGeom>
          <a:solidFill>
            <a:srgbClr val="EEF4F7"/>
          </a:solidFill>
          <a:ln w="12700">
            <a:solidFill>
              <a:srgbClr val="D6E3EA"/>
            </a:solidFill>
            <a:prstDash val="solid"/>
          </a:ln>
        </p:spPr>
        <p:txBody>
          <a:bodyPr/>
          <a:lstStyle/>
          <a:p>
            <a:endParaRPr lang="en-US" sz="2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EFF925C-D73F-866B-286E-80EEF226C68B}"/>
              </a:ext>
            </a:extLst>
          </p:cNvPr>
          <p:cNvSpPr txBox="1"/>
          <p:nvPr/>
        </p:nvSpPr>
        <p:spPr>
          <a:xfrm>
            <a:off x="1538014" y="2251536"/>
            <a:ext cx="10952690" cy="928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5A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the source data before designing the ETL</a:t>
            </a:r>
            <a:endParaRPr lang="en-US" sz="4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AD289F5-D2FE-7B34-05AA-146B3D0A9E3A}"/>
              </a:ext>
            </a:extLst>
          </p:cNvPr>
          <p:cNvSpPr txBox="1"/>
          <p:nvPr/>
        </p:nvSpPr>
        <p:spPr>
          <a:xfrm>
            <a:off x="2702368" y="3934212"/>
            <a:ext cx="4846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source</a:t>
            </a:r>
            <a:endParaRPr lang="en-US" sz="32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5A479CD-3480-65CC-7CB6-52399148FB0C}"/>
              </a:ext>
            </a:extLst>
          </p:cNvPr>
          <p:cNvSpPr txBox="1"/>
          <p:nvPr/>
        </p:nvSpPr>
        <p:spPr>
          <a:xfrm>
            <a:off x="1556747" y="3969903"/>
            <a:ext cx="768096" cy="76809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Shape 19">
            <a:extLst>
              <a:ext uri="{FF2B5EF4-FFF2-40B4-BE49-F238E27FC236}">
                <a16:creationId xmlns:a16="http://schemas.microsoft.com/office/drawing/2014/main" id="{2541DF8D-AA9B-3B14-A967-AE1EFD9C2790}"/>
              </a:ext>
            </a:extLst>
          </p:cNvPr>
          <p:cNvSpPr/>
          <p:nvPr/>
        </p:nvSpPr>
        <p:spPr>
          <a:xfrm>
            <a:off x="1098867" y="6949440"/>
            <a:ext cx="1435608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E971C195-F111-2C55-4D3C-0429D94C0393}"/>
              </a:ext>
            </a:extLst>
          </p:cNvPr>
          <p:cNvSpPr txBox="1"/>
          <p:nvPr/>
        </p:nvSpPr>
        <p:spPr>
          <a:xfrm>
            <a:off x="1738947" y="7168200"/>
            <a:ext cx="1325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scan report generates</a:t>
            </a:r>
            <a:endParaRPr lang="en-US" sz="3600" dirty="0"/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AD3D5B12-12CA-ACAE-8F76-2D41D2E9AC94}"/>
              </a:ext>
            </a:extLst>
          </p:cNvPr>
          <p:cNvSpPr txBox="1"/>
          <p:nvPr/>
        </p:nvSpPr>
        <p:spPr>
          <a:xfrm>
            <a:off x="1647507" y="8083296"/>
            <a:ext cx="1325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685800" indent="-685800">
              <a:spcAft>
                <a:spcPts val="1400"/>
              </a:spcAft>
              <a:buSzPct val="100000"/>
              <a:buChar char="•"/>
            </a:pPr>
            <a:r>
              <a:rPr lang="en-US" sz="36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Summaries for every table, field and values in the source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indent="-685800">
              <a:spcAft>
                <a:spcPts val="1400"/>
              </a:spcAft>
              <a:buSzPct val="100000"/>
              <a:buChar char="•"/>
            </a:pPr>
            <a:r>
              <a:rPr lang="en-US" sz="36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standing reference document the team returns to throughout ETL design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indent="-685800">
              <a:spcAft>
                <a:spcPts val="1400"/>
              </a:spcAft>
              <a:buSzPct val="100000"/>
              <a:buChar char="•"/>
            </a:pPr>
            <a:r>
              <a:rPr lang="en-US" sz="36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for Rabbit-in-a-Hat: table-to-table mappings first, then field-to-field logic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22">
            <a:extLst>
              <a:ext uri="{FF2B5EF4-FFF2-40B4-BE49-F238E27FC236}">
                <a16:creationId xmlns:a16="http://schemas.microsoft.com/office/drawing/2014/main" id="{4BBDA7C3-EB0D-FCD3-FE17-914EB09CFF1C}"/>
              </a:ext>
            </a:extLst>
          </p:cNvPr>
          <p:cNvSpPr/>
          <p:nvPr/>
        </p:nvSpPr>
        <p:spPr>
          <a:xfrm>
            <a:off x="16277907" y="6949439"/>
            <a:ext cx="6766560" cy="4141625"/>
          </a:xfrm>
          <a:prstGeom prst="roundRect">
            <a:avLst>
              <a:gd name="adj" fmla="val 3478"/>
            </a:avLst>
          </a:prstGeom>
          <a:solidFill>
            <a:schemeClr val="accent2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BA8E0254-F1A9-09E9-F79A-00B4C6DA4A1A}"/>
              </a:ext>
            </a:extLst>
          </p:cNvPr>
          <p:cNvSpPr txBox="1"/>
          <p:nvPr/>
        </p:nvSpPr>
        <p:spPr>
          <a:xfrm>
            <a:off x="16826547" y="8375904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600"/>
              </a:lnSpc>
            </a:pPr>
            <a:r>
              <a:rPr lang="en-US" sz="3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standard data profiling tools, WhiteRabbit works to keep personally identifiable values out of the output file it generates.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3E319CB8-5E41-1522-F6E3-A04FBB2042F2}"/>
              </a:ext>
            </a:extLst>
          </p:cNvPr>
          <p:cNvSpPr txBox="1"/>
          <p:nvPr/>
        </p:nvSpPr>
        <p:spPr>
          <a:xfrm>
            <a:off x="16875681" y="737265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sensitive data</a:t>
            </a:r>
            <a:endParaRPr lang="en-US" sz="3600" dirty="0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2AE3A2FF-11E4-5C66-3CD8-AC7681E0263E}"/>
              </a:ext>
            </a:extLst>
          </p:cNvPr>
          <p:cNvSpPr/>
          <p:nvPr/>
        </p:nvSpPr>
        <p:spPr>
          <a:xfrm>
            <a:off x="8781467" y="3605365"/>
            <a:ext cx="6766560" cy="1639175"/>
          </a:xfrm>
          <a:prstGeom prst="roundRect">
            <a:avLst>
              <a:gd name="adj" fmla="val 6173"/>
            </a:avLst>
          </a:prstGeom>
          <a:solidFill>
            <a:srgbClr val="EEF4F7"/>
          </a:solidFill>
          <a:ln w="12700">
            <a:solidFill>
              <a:srgbClr val="D6E3EA"/>
            </a:solidFill>
            <a:prstDash val="solid"/>
          </a:ln>
        </p:spPr>
        <p:txBody>
          <a:bodyPr/>
          <a:lstStyle/>
          <a:p>
            <a:endParaRPr lang="en-US" sz="28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1B55C1DE-62C1-10DD-A19F-D2992650B186}"/>
              </a:ext>
            </a:extLst>
          </p:cNvPr>
          <p:cNvSpPr txBox="1"/>
          <p:nvPr/>
        </p:nvSpPr>
        <p:spPr>
          <a:xfrm>
            <a:off x="9156517" y="5303520"/>
            <a:ext cx="58155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200"/>
              </a:lnSpc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WhiteRabbit profiles every table, field, and the values that appear in each field, with their frequencies.</a:t>
            </a:r>
            <a:endParaRPr lang="en-US" sz="25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467F61D2-F47B-43E9-A458-D7A01B49D4EC}"/>
              </a:ext>
            </a:extLst>
          </p:cNvPr>
          <p:cNvSpPr txBox="1"/>
          <p:nvPr/>
        </p:nvSpPr>
        <p:spPr>
          <a:xfrm>
            <a:off x="10151427" y="3877056"/>
            <a:ext cx="4846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scan</a:t>
            </a:r>
            <a:endParaRPr lang="en-US" sz="32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82435602-FE10-C84F-83D9-973B27062995}"/>
              </a:ext>
            </a:extLst>
          </p:cNvPr>
          <p:cNvSpPr txBox="1"/>
          <p:nvPr/>
        </p:nvSpPr>
        <p:spPr>
          <a:xfrm>
            <a:off x="9170419" y="3957885"/>
            <a:ext cx="768096" cy="76809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90E1B8CA-0C35-139C-5A9D-D97D5D028AAE}"/>
              </a:ext>
            </a:extLst>
          </p:cNvPr>
          <p:cNvSpPr/>
          <p:nvPr/>
        </p:nvSpPr>
        <p:spPr>
          <a:xfrm>
            <a:off x="16277907" y="3677611"/>
            <a:ext cx="6766560" cy="1566929"/>
          </a:xfrm>
          <a:prstGeom prst="roundRect">
            <a:avLst>
              <a:gd name="adj" fmla="val 6173"/>
            </a:avLst>
          </a:prstGeom>
          <a:solidFill>
            <a:srgbClr val="EEF4F7"/>
          </a:solidFill>
          <a:ln w="12700">
            <a:solidFill>
              <a:srgbClr val="D6E3EA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694B20D3-D024-C3B5-F65C-5B637062117D}"/>
              </a:ext>
            </a:extLst>
          </p:cNvPr>
          <p:cNvSpPr txBox="1"/>
          <p:nvPr/>
        </p:nvSpPr>
        <p:spPr>
          <a:xfrm>
            <a:off x="17759169" y="3987100"/>
            <a:ext cx="4846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ETL</a:t>
            </a:r>
            <a:endParaRPr lang="en-US" sz="32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AAB4F30D-38C1-54AC-C6A5-CE360F0D7E2E}"/>
              </a:ext>
            </a:extLst>
          </p:cNvPr>
          <p:cNvSpPr txBox="1"/>
          <p:nvPr/>
        </p:nvSpPr>
        <p:spPr>
          <a:xfrm>
            <a:off x="16600879" y="3926577"/>
            <a:ext cx="768096" cy="76809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A0633379-89CB-97F2-008F-2A6305FED465}"/>
              </a:ext>
            </a:extLst>
          </p:cNvPr>
          <p:cNvSpPr txBox="1"/>
          <p:nvPr/>
        </p:nvSpPr>
        <p:spPr>
          <a:xfrm>
            <a:off x="16694141" y="5322124"/>
            <a:ext cx="58155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200"/>
              </a:lnSpc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 report is read by Rabbit-in-a-Hat to map source tables and fields onto the OMOP CDM.</a:t>
            </a:r>
            <a:endParaRPr lang="en-US" sz="2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 Slide 1">
  <a:themeElements>
    <a:clrScheme name="APHRC Bran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BC148"/>
      </a:accent1>
      <a:accent2>
        <a:srgbClr val="9ACD69"/>
      </a:accent2>
      <a:accent3>
        <a:srgbClr val="B9D989"/>
      </a:accent3>
      <a:accent4>
        <a:srgbClr val="A6A4A9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133</Words>
  <Application>Microsoft Office PowerPoint</Application>
  <PresentationFormat>Custom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Master Slide 1</vt:lpstr>
      <vt:lpstr>Data Profiling with WhiteRabbit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Mwaniki</dc:creator>
  <cp:lastModifiedBy>Pauline Andeso</cp:lastModifiedBy>
  <cp:revision>3</cp:revision>
  <dcterms:created xsi:type="dcterms:W3CDTF">2024-09-18T06:52:47Z</dcterms:created>
  <dcterms:modified xsi:type="dcterms:W3CDTF">2026-09-17T07:35:58Z</dcterms:modified>
</cp:coreProperties>
</file>